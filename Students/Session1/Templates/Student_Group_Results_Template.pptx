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9"/>
  </p:normalViewPr>
  <p:slideViewPr>
    <p:cSldViewPr snapToGrid="0">
      <p:cViewPr>
        <p:scale>
          <a:sx n="144" d="100"/>
          <a:sy n="144" d="100"/>
        </p:scale>
        <p:origin x="-16" y="-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aume leorat" userId="1196b75e5032318f" providerId="LiveId" clId="{15DCD216-D6AD-5E2F-B487-B97F1750C9E3}"/>
    <pc:docChg chg="undo custSel modSld">
      <pc:chgData name="guillaume leorat" userId="1196b75e5032318f" providerId="LiveId" clId="{15DCD216-D6AD-5E2F-B487-B97F1750C9E3}" dt="2026-08-28T10:51:17.871" v="33" actId="20577"/>
      <pc:docMkLst>
        <pc:docMk/>
      </pc:docMkLst>
      <pc:sldChg chg="modSp mod">
        <pc:chgData name="guillaume leorat" userId="1196b75e5032318f" providerId="LiveId" clId="{15DCD216-D6AD-5E2F-B487-B97F1750C9E3}" dt="2026-08-28T10:51:17.871" v="33" actId="20577"/>
        <pc:sldMkLst>
          <pc:docMk/>
          <pc:sldMk cId="339687017" sldId="256"/>
        </pc:sldMkLst>
        <pc:spChg chg="mod">
          <ac:chgData name="guillaume leorat" userId="1196b75e5032318f" providerId="LiveId" clId="{15DCD216-D6AD-5E2F-B487-B97F1750C9E3}" dt="2026-08-28T10:51:17.871" v="33" actId="20577"/>
          <ac:spMkLst>
            <pc:docMk/>
            <pc:sldMk cId="339687017" sldId="256"/>
            <ac:spMk id="15" creationId="{FD501AC2-117A-4C64-8B58-CF1AE57A10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Submit one completed slide per group.</a:t>
            </a:r>
          </a:p>
          <a:p>
            <a:endParaRPr/>
          </a:p>
          <a:p>
            <a:r>
              <a:t>For each recommendation: state the action, one supporting metric and value, the population and period used, and one limitation.</a:t>
            </a:r>
          </a:p>
          <a:p>
            <a:endParaRPr/>
          </a:p>
          <a:p>
            <a:r>
              <a:t>Be ready to explain your revenue definition, calculations, assumptions, and how each tool was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D501AC2-117A-4C64-8B58-CF1AE57A109A}"/>
              </a:ext>
            </a:extLst>
          </p:cNvPr>
          <p:cNvSpPr>
            <a:spLocks noGrp="1"/>
          </p:cNvSpPr>
          <p:nvPr/>
        </p:nvSpPr>
        <p:spPr>
          <a:xfrm>
            <a:off x="495300" y="26670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050" b="1" i="0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1050" b="1" i="0" dirty="0">
                <a:solidFill>
                  <a:srgbClr val="2F6BFF"/>
                </a:solidFill>
                <a:latin typeface="Arial"/>
                <a:ea typeface="Arial"/>
                <a:cs typeface="Arial"/>
              </a:rPr>
              <a:t>GROUP [__] · TOOLS</a:t>
            </a:r>
            <a:r>
              <a:rPr sz="1050" b="1" i="0">
                <a:solidFill>
                  <a:srgbClr val="2F6BFF"/>
                </a:solidFill>
                <a:latin typeface="Arial"/>
                <a:ea typeface="Arial"/>
                <a:cs typeface="Arial"/>
              </a:rPr>
              <a:t>: [__________]</a:t>
            </a:r>
            <a:endParaRPr sz="1050" b="1" i="0" dirty="0">
              <a:solidFill>
                <a:srgbClr val="2F6B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lide-21-title">
            <a:extLst>
              <a:ext uri="{FF2B5EF4-FFF2-40B4-BE49-F238E27FC236}">
                <a16:creationId xmlns:a16="http://schemas.microsoft.com/office/drawing/2014/main" id="{A57F200D-E27E-4787-B33E-A6C0838975D7}"/>
              </a:ext>
            </a:extLst>
          </p:cNvPr>
          <p:cNvSpPr>
            <a:spLocks noGrp="1"/>
          </p:cNvSpPr>
          <p:nvPr/>
        </p:nvSpPr>
        <p:spPr>
          <a:xfrm>
            <a:off x="495300" y="609600"/>
            <a:ext cx="112014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150" b="1" i="0">
                <a:solidFill>
                  <a:srgbClr val="121826"/>
                </a:solidFill>
                <a:latin typeface="Arial"/>
                <a:ea typeface="Arial"/>
                <a:cs typeface="Arial"/>
              </a:defRPr>
            </a:pPr>
            <a:r>
              <a:rPr sz="3150" b="1" i="0" dirty="0">
                <a:solidFill>
                  <a:srgbClr val="121826"/>
                </a:solidFill>
                <a:latin typeface="Arial"/>
                <a:ea typeface="Arial"/>
                <a:cs typeface="Arial"/>
              </a:rPr>
              <a:t>Where should management focus?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DDD45-A8FC-40A5-AE38-1534E86399CF}"/>
              </a:ext>
            </a:extLst>
          </p:cNvPr>
          <p:cNvSpPr>
            <a:spLocks noGrp="1"/>
          </p:cNvSpPr>
          <p:nvPr/>
        </p:nvSpPr>
        <p:spPr>
          <a:xfrm>
            <a:off x="495300" y="1619250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150" b="1" i="0">
                <a:solidFill>
                  <a:srgbClr val="2F6B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F6B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EBA7EA-6026-491D-BEA8-AF9D85531D33}"/>
              </a:ext>
            </a:extLst>
          </p:cNvPr>
          <p:cNvSpPr>
            <a:spLocks noGrp="1"/>
          </p:cNvSpPr>
          <p:nvPr/>
        </p:nvSpPr>
        <p:spPr>
          <a:xfrm>
            <a:off x="1257300" y="1638300"/>
            <a:ext cx="5810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 i="0">
                <a:solidFill>
                  <a:srgbClr val="1218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1826"/>
                </a:solidFill>
                <a:latin typeface="Arial"/>
                <a:ea typeface="Arial"/>
                <a:cs typeface="Arial"/>
              </a:rPr>
              <a:t>[Recommendation 1 — action]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68700F-59EC-41F2-A843-325CCD842E5D}"/>
              </a:ext>
            </a:extLst>
          </p:cNvPr>
          <p:cNvSpPr>
            <a:spLocks noGrp="1"/>
          </p:cNvSpPr>
          <p:nvPr/>
        </p:nvSpPr>
        <p:spPr>
          <a:xfrm>
            <a:off x="1257300" y="219075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5E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878"/>
                </a:solidFill>
                <a:latin typeface="Arial"/>
                <a:ea typeface="Arial"/>
                <a:cs typeface="Arial"/>
              </a:rPr>
              <a:t>Evidence: [metric + value] · Scope: [population + period] · Limit: [main uncertainty]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6123AD-77DF-4A4A-9329-636CE6237995}"/>
              </a:ext>
            </a:extLst>
          </p:cNvPr>
          <p:cNvSpPr>
            <a:spLocks noGrp="1"/>
          </p:cNvSpPr>
          <p:nvPr/>
        </p:nvSpPr>
        <p:spPr>
          <a:xfrm>
            <a:off x="1257300" y="3009900"/>
            <a:ext cx="9620250" cy="9525"/>
          </a:xfrm>
          <a:prstGeom prst="rect">
            <a:avLst/>
          </a:prstGeom>
          <a:solidFill>
            <a:srgbClr val="D8DDE6"/>
          </a:solidFill>
          <a:ln w="0">
            <a:noFill/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2081E5-8702-4A33-9009-B1E2E2AB4DF4}"/>
              </a:ext>
            </a:extLst>
          </p:cNvPr>
          <p:cNvSpPr>
            <a:spLocks noGrp="1"/>
          </p:cNvSpPr>
          <p:nvPr/>
        </p:nvSpPr>
        <p:spPr>
          <a:xfrm>
            <a:off x="495300" y="3295650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150" b="1" i="0">
                <a:solidFill>
                  <a:srgbClr val="149C7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49C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534BE0-017E-4B03-BD0B-B1D44D51A25D}"/>
              </a:ext>
            </a:extLst>
          </p:cNvPr>
          <p:cNvSpPr>
            <a:spLocks noGrp="1"/>
          </p:cNvSpPr>
          <p:nvPr/>
        </p:nvSpPr>
        <p:spPr>
          <a:xfrm>
            <a:off x="1257300" y="3314700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 i="0">
                <a:solidFill>
                  <a:srgbClr val="1218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1826"/>
                </a:solidFill>
                <a:latin typeface="Arial"/>
                <a:ea typeface="Arial"/>
                <a:cs typeface="Arial"/>
              </a:rPr>
              <a:t>[Recommendation 2 — action]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871F7E-4696-4CE9-84B1-14A95A08D2E8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5E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878"/>
                </a:solidFill>
                <a:latin typeface="Arial"/>
                <a:ea typeface="Arial"/>
                <a:cs typeface="Arial"/>
              </a:rPr>
              <a:t>Evidence: [metric + value] · Scope: [population + period] · Limit: [main uncertainty]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EE6D61-9A74-4330-80BB-6FD552670254}"/>
              </a:ext>
            </a:extLst>
          </p:cNvPr>
          <p:cNvSpPr>
            <a:spLocks noGrp="1"/>
          </p:cNvSpPr>
          <p:nvPr/>
        </p:nvSpPr>
        <p:spPr>
          <a:xfrm>
            <a:off x="1257300" y="4686300"/>
            <a:ext cx="9620250" cy="9525"/>
          </a:xfrm>
          <a:prstGeom prst="rect">
            <a:avLst/>
          </a:prstGeom>
          <a:solidFill>
            <a:srgbClr val="D8DDE6"/>
          </a:solidFill>
          <a:ln w="0">
            <a:noFill/>
            <a:prstDash val="solid"/>
          </a:ln>
        </p:spPr>
        <p:txBody>
          <a:bodyPr/>
          <a:lstStyle/>
          <a:p>
            <a:endParaRPr lang="en-E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63C70C-1A39-49BF-A3AB-079A04B5EEC8}"/>
              </a:ext>
            </a:extLst>
          </p:cNvPr>
          <p:cNvSpPr>
            <a:spLocks noGrp="1"/>
          </p:cNvSpPr>
          <p:nvPr/>
        </p:nvSpPr>
        <p:spPr>
          <a:xfrm>
            <a:off x="495300" y="4972050"/>
            <a:ext cx="571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3150" b="1" i="0">
                <a:solidFill>
                  <a:srgbClr val="F26B4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6B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8905D4-9B50-46B3-A53F-34AF9C11BD43}"/>
              </a:ext>
            </a:extLst>
          </p:cNvPr>
          <p:cNvSpPr>
            <a:spLocks noGrp="1"/>
          </p:cNvSpPr>
          <p:nvPr/>
        </p:nvSpPr>
        <p:spPr>
          <a:xfrm>
            <a:off x="1257300" y="4991100"/>
            <a:ext cx="6858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1" i="0">
                <a:solidFill>
                  <a:srgbClr val="1218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1826"/>
                </a:solidFill>
                <a:latin typeface="Arial"/>
                <a:ea typeface="Arial"/>
                <a:cs typeface="Arial"/>
              </a:rPr>
              <a:t>[Promotion conclusion or recommendation 3]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4CD4A9-E3D3-44D7-AEE9-4F1775BC5AAE}"/>
              </a:ext>
            </a:extLst>
          </p:cNvPr>
          <p:cNvSpPr>
            <a:spLocks noGrp="1"/>
          </p:cNvSpPr>
          <p:nvPr/>
        </p:nvSpPr>
        <p:spPr>
          <a:xfrm>
            <a:off x="1257300" y="5543550"/>
            <a:ext cx="9620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 i="0">
                <a:solidFill>
                  <a:srgbClr val="5E6878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E6878"/>
                </a:solidFill>
                <a:latin typeface="Arial"/>
                <a:ea typeface="Arial"/>
                <a:cs typeface="Arial"/>
              </a:rPr>
              <a:t>Evidence: [metric + value] · Scope: [population + period] · Limit: [main uncertainty]</a:t>
            </a:r>
          </a:p>
        </p:txBody>
      </p:sp>
    </p:spTree>
    <p:extLst>
      <p:ext uri="{BB962C8B-B14F-4D97-AF65-F5344CB8AC3E}">
        <p14:creationId xmlns:p14="http://schemas.microsoft.com/office/powerpoint/2010/main" val="33968701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Microsoft Macintosh PowerPoint</Application>
  <DocSecurity>0</DocSecurity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guillaume leorat</cp:lastModifiedBy>
  <cp:revision>1</cp:revision>
  <dcterms:created xsi:type="dcterms:W3CDTF">2026-08-28T10:27:38Z</dcterms:created>
  <dcterms:modified xsi:type="dcterms:W3CDTF">2026-08-28T10:51:20Z</dcterms:modified>
</cp:coreProperties>
</file>